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64592"/>
            <a:ext cx="1783080" cy="384048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64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SR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943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NLP-Powered Intelligent Career Counseling System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Python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75688" y="2907792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2907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Flask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48456" y="2907792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2907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NLTK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TF-IDF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75688" y="3383280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5688" y="3383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48456" y="3383280"/>
            <a:ext cx="1417320" cy="320040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8456" y="3383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041648"/>
            <a:ext cx="50292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160520"/>
            <a:ext cx="2423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4160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Md. Mustafa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  2403A52006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81528" y="4160520"/>
            <a:ext cx="2423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1256" y="4160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A. Sharanya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  2403A52013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608576"/>
            <a:ext cx="2423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6085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K. Hasini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  2403A52062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81528" y="4608576"/>
            <a:ext cx="2423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91256" y="46085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K. Sahithya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</a:rPr>
              <a:t>  2403A52063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164592"/>
            <a:ext cx="3639312" cy="479145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164592"/>
            <a:ext cx="3639312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164592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CareerGuide AI  —  Key 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76672" y="749808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04104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43600" y="7863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Hybrid NLP Engine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1042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Rule-based (0.95 conf.)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TF-IDF + Logistic Regression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76672" y="1444752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04104" y="14447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94360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16 Career Intents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Software, Data Science, Medicine,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Govt Jobs, MBA, Design &amp; more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76672" y="2139696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04104" y="21396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94360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&lt;500ms Response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 Flask REST API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CORS and JSON responses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76672" y="2834640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943600" y="2871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Modern Dark UI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Glassmorphism design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sidebar, session stats &amp; export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76672" y="3529584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4104" y="35295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943600" y="3566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Confidence Scoring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822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Every response includes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intent tag + confidence 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76672" y="4224528"/>
            <a:ext cx="3401568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04104" y="42245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5943600" y="4261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Smart Fallback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43600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Graceful handling of unknown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queries (conf &lt; 0.30 threshold)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❗ 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Career guidance gap faced by students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02920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📚  Literature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5179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 key research papers &amp; prior 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1122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⚙️  Methodology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4780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Hybrid NLP pipeline: Rule-based + 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502920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1122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🏗️  System 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4780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Components, data flow &amp; tech stack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5029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17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0723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💻  Implementation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4381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Code walkthrough &amp; key modules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17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0723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Results &amp; Demo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4381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UI screenshots &amp; performance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77640"/>
            <a:ext cx="502920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77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40325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🚀  Future Scope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398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Planned enhancements &amp; roadmap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77640"/>
            <a:ext cx="50292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77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40325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🎓  Conclusion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398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Summary &amp; team acknowledgements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</a:rPr>
              <a:t>75%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Students have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career counselor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105156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46E5"/>
                </a:solidFill>
              </a:rPr>
              <a:t>3x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82696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More likely to succeed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with guided advice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25896" y="1051560"/>
            <a:ext cx="260604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25896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</a:rPr>
              <a:t>60%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35624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Drop career plans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due to confusion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553212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724912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670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 24/7 Access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290779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Counselors are only available during office hours; students face career dilemmas at all times.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553212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32841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27355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Information Overload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" y="351129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100s of career options exist with no personalized filter to help students choose the right path.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553212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9319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87705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Geographic Disparity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9808" y="411480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Quality career advice is unavailable to students in Tier-2/3 cities and rural areas.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443984"/>
            <a:ext cx="553212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53542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535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48056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Inconsistency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" y="47183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Different counselors give conflicting advice; no standardized, data-driven recommendation exists.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53328" y="2542032"/>
            <a:ext cx="2834640" cy="2395728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2542032"/>
            <a:ext cx="28346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Our Solution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999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▸  NLP-powered 24/7 chatbot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3383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▸  Hybrid: Rule-based + ML model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3767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▸  16 career intents covered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41513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▸  Confidence-scored responses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4535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▸  Modern responsive web UI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Literature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42416"/>
            <a:ext cx="80467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Woebot Labs — Conversational Agents for Guided Decision Making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📌 Structured rule-based chatbots effectively guide users through complex decisions with minimal dropout.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47088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47088"/>
            <a:ext cx="804672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4708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90195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Liu et al. (ACL) — Intent Detection with Fine-tuned BERT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1762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📌 Transformer-based intent classifiers outperform traditional TF-IDF by ~20% on domain-specific NLU tasks.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651760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651760"/>
            <a:ext cx="80467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5176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7066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Khatri &amp; Singh — Academic Counseling Chatbots in India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9809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📌 NLP chatbots reduce manual counselor load by 60% while achieving 85%+ student satisfaction scores.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456432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456432"/>
            <a:ext cx="80467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56432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5112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Rasa Research — Open-source Dialogue Management at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7856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📌 Rasa NLU + Core achieves 89% intent accuracy; hybrid pipelines outperform pure ML on sparse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261104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261104"/>
            <a:ext cx="80467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261104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3159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Dey et al. (IEEE) — Career Recommendation via ML Profiling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5902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📌 Combining student skill vectors with job market embeddings improves career-match precision by 31%.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983480"/>
            <a:ext cx="8631936" cy="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34747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Hybrid NLP Approach: Rule-Based Pattern Matching  +  TF-IDF (1,2-gram) with Logistic Regression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1572768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08760"/>
            <a:ext cx="15727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5087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1579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User Input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Raw text via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Flask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/api/chat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5786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93392" y="1508760"/>
            <a:ext cx="1572768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508760"/>
            <a:ext cx="157276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5087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3744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1579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46E5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08483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Tokenize → Stopword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removal → Lemmatize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(NLTK WordNet)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25786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30752" y="1508760"/>
            <a:ext cx="1572768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0752" y="1508760"/>
            <a:ext cx="15727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5087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61104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21579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Rule Engine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2219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15 keyword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with 0.95 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score override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25786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68112" y="1508760"/>
            <a:ext cx="1572768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68112" y="1508760"/>
            <a:ext cx="1572768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8112" y="15087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98464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21579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4899"/>
                </a:solidFill>
              </a:rPr>
              <a:t>TF-IDF + LR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5955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5000 features,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bigrams, C=10,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lbfgs solver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40880" y="25786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05472" y="1508760"/>
            <a:ext cx="1572768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05472" y="1508760"/>
            <a:ext cx="157276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15087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35824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96912" y="21579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Response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9691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Random pick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matched intent 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+ confidence score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800600"/>
            <a:ext cx="8595360" cy="14630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0060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⚡  Confidence &lt; 0.30 → Smart Fallback response  |  Rule-based takes precedence at 0.95 confidence  |  16 intents, 145 training patterns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" y="1097280"/>
            <a:ext cx="77724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1097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" y="2176272"/>
            <a:ext cx="777240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217627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" y="3246120"/>
            <a:ext cx="7772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32461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NLP 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" y="4315968"/>
            <a:ext cx="77724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" y="431596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1097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1097280"/>
            <a:ext cx="18745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1097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HTML5 UI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60704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index.html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Dark glassmorphism theme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35808" y="1097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35808" y="1097280"/>
            <a:ext cx="187452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1097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CSS3 Styles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90672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style.css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Gradients + responsive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65776" y="1097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65776" y="1097280"/>
            <a:ext cx="187452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097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Vanilla 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script.js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Fetch API + localStorage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95744" y="1097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95744" y="1097280"/>
            <a:ext cx="1874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097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Flask Static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0608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Serves frontend 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via send_from_directory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" y="2176272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" y="2176272"/>
            <a:ext cx="18745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" y="21762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Flask app.py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070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REST API server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CORS + routing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35808" y="2176272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35808" y="2176272"/>
            <a:ext cx="187452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1762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 /api/chat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90672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Main chat endpoint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JSON in/out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65776" y="2176272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65776" y="2176272"/>
            <a:ext cx="1874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1762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GET /api/health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0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Health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 monitoring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95744" y="2176272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95744" y="2176272"/>
            <a:ext cx="187452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21762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GET /api/intents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150608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List all 16 intents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Debug endpoint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05840" y="32461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05840" y="3246120"/>
            <a:ext cx="1874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" y="32461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chatbot.py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60704" y="3520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CareerChatbot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Main NLP engine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35808" y="32461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035808" y="3246120"/>
            <a:ext cx="1874520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32461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Rule Engine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090672" y="3520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 keyword patterns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0.95 confidence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65776" y="32461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65776" y="3246120"/>
            <a:ext cx="18745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32461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TF-IDF Pipeline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120640" y="3520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Vectorizer + LR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5000 features, bigram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095744" y="32461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095744" y="3246120"/>
            <a:ext cx="18745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50608" y="32461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model.pkl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150608" y="3520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Serialized 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+ LabelEncoder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005840" y="431596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05840" y="4315968"/>
            <a:ext cx="187452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0704" y="43159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intents.json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60704" y="45902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 intents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145 patterns, 32 responses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035808" y="431596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035808" y="4315968"/>
            <a:ext cx="187452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90672" y="43159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train.py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3090672" y="45902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Trains &amp; saves model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Removes old pkl first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065776" y="431596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65776" y="4315968"/>
            <a:ext cx="18745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0" y="43159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requirements.txt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120640" y="45902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Flask, NLTK, sklearn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numpy, pandas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95744" y="431596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095744" y="4315968"/>
            <a:ext cx="18745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50608" y="43159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Session Stats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150608" y="45902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JS localStorage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Msg count, topics, conf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● ● ●  chatbot.py — NLP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CareerChatbot: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preprocess(text):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Lowercase + regex clean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NLTK word_tokenize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249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Remove stopwords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WordNetLemmatizer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 = Pipeline([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054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('tfidf', TfidfVectorizer(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ngram_range=(1,2),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456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max_features=5000)),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('clf', LogisticRegression(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C=10, max_iter=1000))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160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24128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24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● ● ●  app.py — Flask REST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 = CareerChatbot()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@app.route('/api/chat',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2249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methods=['POST'])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chat():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 = request.json['message']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chatbot.get_response(msg)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3054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jsonify({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1947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'response': result['response'],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19472" y="3456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'intent':   result['intent'],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'confidence': result['confidence']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19933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1993392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252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Career Intents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024128"/>
            <a:ext cx="19933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2304" y="1024128"/>
            <a:ext cx="1993392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2252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</a:rPr>
              <a:t>145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23744" y="1645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Training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19933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024128"/>
            <a:ext cx="19933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2252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95%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1645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Rule-based Conf.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84848" y="1024128"/>
            <a:ext cx="199339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1024128"/>
            <a:ext cx="19933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2252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&lt;500ms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76288" y="1645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Response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048256"/>
            <a:ext cx="5669280" cy="2907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048256"/>
            <a:ext cx="5669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048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● ● ●  CareerGuide AI  |  Running on 127.0.0.1:5000</a:t>
            </a:r>
            <a:endParaRPr lang="en-US" sz="8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322576"/>
            <a:ext cx="5669280" cy="263347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108192" y="2048256"/>
            <a:ext cx="2788920" cy="2907792"/>
          </a:xfrm>
          <a:prstGeom prst="rect">
            <a:avLst/>
          </a:prstGeom>
          <a:solidFill>
            <a:srgbClr val="1B2A4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36208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📋  Key Observations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254203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Sidebar: 6 career categories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36208" y="288950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Quick actions: Skills, Salary,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Higher Studies, Interview Prep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36208" y="323697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Session stats: live tracking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36208" y="358444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Dark glassmorphism UI theme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36208" y="39319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Powered by NLP (TF-IDF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Logistic Regression) — visible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236208" y="427939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Online indicator with status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36208" y="462686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▸  500-char message limit enforced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89611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25296" y="114300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Multilingual NLP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1490472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Extend to Telugu, Hindi, Tamil using multilingual BERT (mBERT) for regional student accessibility.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105156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51560"/>
            <a:ext cx="896112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5156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05856" y="114300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Live Job Market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05856" y="1490472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Integrate LinkedIn/Naukri APIs for real-time salary trends and job openings in recommended careers.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404872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404872"/>
            <a:ext cx="89611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404872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25296" y="249631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GPT-4 / LLM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25296" y="2843784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Replace rule-based layer with fine-tuned LLM for nuanced, contextual multi-turn conversations.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2404872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404872"/>
            <a:ext cx="896112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404872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05856" y="249631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Mobile App (Flutter)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05856" y="2843784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Cross-platform mobile deployment with voice input support via Google Speech-to-Text API.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758184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758184"/>
            <a:ext cx="89611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758184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225296" y="384962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Personalized Profiling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5296" y="4197096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 skill assessment quiz → ML-based career match scoring with progress tracking dashboard.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758184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758184"/>
            <a:ext cx="89611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758184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705856" y="384962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College ERP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05856" y="4197096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Connect with SR University student portal to auto-fetch CGPA, subjects for smarter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54864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987552"/>
            <a:ext cx="78821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We built CareerGuide AI — a full-stack, NLP-powered career guidance chatbot using a hybrid approach combining rule-based pattern matching (confidence: 0.95) with TF-IDF + Logistic Regression ML pipeline. The system serves 16 career intents across Software Engineering, Data Science, Medicine, Government Jobs, MBA, and more — deployed as a Flask REST API with a modern glassmorphism web UI.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153619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774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Career Intents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21408" y="2359152"/>
            <a:ext cx="1536192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21408" y="23774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76272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NLP Patterns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85616" y="2359152"/>
            <a:ext cx="153619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85616" y="23774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Hybrid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Rule + ML Engine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49824" y="2359152"/>
            <a:ext cx="153619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9824" y="23774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4688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REST API Backend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14032" y="2359152"/>
            <a:ext cx="1536192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14032" y="23774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Dark UI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68896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Glassmorphism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Thank You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Questions &amp; Feedback Welcome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448056"/>
          </a:xfrm>
          <a:prstGeom prst="rect">
            <a:avLst/>
          </a:prstGeom>
          <a:solidFill>
            <a:srgbClr val="0A1122"/>
          </a:solidFill>
          <a:ln w="12700">
            <a:solidFill>
              <a:srgbClr val="0A11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17720"/>
            <a:ext cx="8412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Md. Mustafa (2403A52006)  •  A. Sharanya (2403A52013)  •  K. Hasini (2403A52062)  •  K. Sahithya (2403A52063)  —  SR University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Guidance Chatbot</dc:title>
  <dc:subject>PptxGenJS Presentation</dc:subject>
  <dc:creator>SR University</dc:creator>
  <cp:lastModifiedBy>SR University</cp:lastModifiedBy>
  <cp:revision>1</cp:revision>
  <dcterms:created xsi:type="dcterms:W3CDTF">2026-04-13T19:30:29Z</dcterms:created>
  <dcterms:modified xsi:type="dcterms:W3CDTF">2026-04-13T19:30:29Z</dcterms:modified>
</cp:coreProperties>
</file>